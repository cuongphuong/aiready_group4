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4" r:id="rId3"/>
    <p:sldId id="259" r:id="rId4"/>
    <p:sldId id="268" r:id="rId5"/>
    <p:sldId id="269" r:id="rId6"/>
    <p:sldId id="273" r:id="rId7"/>
    <p:sldId id="270" r:id="rId8"/>
    <p:sldId id="272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3" d="100"/>
          <a:sy n="153" d="100"/>
        </p:scale>
        <p:origin x="2034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AE1AAA-C382-4413-B1AA-3A687E11AEE2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E060E4-C883-4CF4-80CF-7085221A75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614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E060E4-C883-4CF4-80CF-7085221A75C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1920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Chatbot Phân Loại Bug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7315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DCDCDC"/>
                </a:solidFill>
              </a:defRPr>
            </a:pPr>
            <a:r>
              <a:rPr dirty="0" err="1"/>
              <a:t>AIReady</a:t>
            </a:r>
            <a:r>
              <a:rPr dirty="0"/>
              <a:t> - Group 4</a:t>
            </a:r>
          </a:p>
          <a:p>
            <a:pPr algn="ctr">
              <a:defRPr sz="2000">
                <a:solidFill>
                  <a:srgbClr val="DCDCDC"/>
                </a:solidFill>
              </a:defRPr>
            </a:pPr>
            <a:r>
              <a:rPr lang="vi-VN" dirty="0"/>
              <a:t>Tuần 3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37160"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 lang="vi-VN" dirty="0"/>
              <a:t>Overview lại chủ đề</a:t>
            </a:r>
            <a:endParaRPr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807568F-F7C9-7D9A-A452-CC603DA221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865" y="1237029"/>
            <a:ext cx="7532263" cy="562097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6B0C052-F554-366F-FE43-301889BA2C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0137" y="1237029"/>
            <a:ext cx="3164866" cy="11922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37160"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 lang="vi-VN" dirty="0"/>
              <a:t>Nội dung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1097280" y="1188720"/>
            <a:ext cx="6949440" cy="2482731"/>
          </a:xfrm>
          <a:prstGeom prst="rect">
            <a:avLst/>
          </a:prstGeom>
          <a:noFill/>
        </p:spPr>
        <p:txBody>
          <a:bodyPr wrap="square" lIns="182880" rIns="182880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1F4E78"/>
                </a:solidFill>
              </a:defRPr>
            </a:pPr>
            <a:r>
              <a:rPr dirty="0"/>
              <a:t>1️⃣ </a:t>
            </a:r>
            <a:r>
              <a:rPr lang="vi-VN" dirty="0"/>
              <a:t>Các mục chưa hoàn thành và góp ý của tuần trước</a:t>
            </a:r>
            <a:endParaRPr dirty="0"/>
          </a:p>
          <a:p>
            <a:pPr>
              <a:spcBef>
                <a:spcPts val="200"/>
              </a:spcBef>
              <a:defRPr sz="1500">
                <a:solidFill>
                  <a:srgbClr val="505050"/>
                </a:solidFill>
              </a:defRPr>
            </a:pPr>
            <a:r>
              <a:rPr lang="vi-VN" dirty="0"/>
              <a:t> 	</a:t>
            </a:r>
            <a:r>
              <a:rPr lang="vi-VN" sz="1500" dirty="0"/>
              <a:t> </a:t>
            </a:r>
            <a:r>
              <a:rPr lang="vi-VN" sz="1500" dirty="0">
                <a:latin typeface="Arial (Body)"/>
              </a:rPr>
              <a:t>Function definition </a:t>
            </a:r>
          </a:p>
          <a:p>
            <a:pPr>
              <a:spcBef>
                <a:spcPts val="200"/>
              </a:spcBef>
              <a:defRPr sz="1500">
                <a:solidFill>
                  <a:srgbClr val="505050"/>
                </a:solidFill>
              </a:defRPr>
            </a:pPr>
            <a:r>
              <a:rPr lang="vi-VN" sz="1500" dirty="0">
                <a:latin typeface="Arial (Body)"/>
              </a:rPr>
              <a:t>          History</a:t>
            </a:r>
          </a:p>
          <a:p>
            <a:pPr>
              <a:spcBef>
                <a:spcPts val="200"/>
              </a:spcBef>
              <a:defRPr sz="1500">
                <a:solidFill>
                  <a:srgbClr val="505050"/>
                </a:solidFill>
              </a:defRPr>
            </a:pPr>
            <a:r>
              <a:rPr lang="vi-VN" sz="1500" dirty="0">
                <a:latin typeface="Arial (Body)"/>
              </a:rPr>
              <a:t>          Xử lý data từ Jira</a:t>
            </a:r>
          </a:p>
          <a:p>
            <a:pPr>
              <a:spcBef>
                <a:spcPts val="200"/>
              </a:spcBef>
              <a:defRPr sz="1500">
                <a:solidFill>
                  <a:srgbClr val="505050"/>
                </a:solidFill>
              </a:defRPr>
            </a:pPr>
            <a:r>
              <a:rPr lang="vi-VN" sz="1500" dirty="0">
                <a:latin typeface="Arial (Body)"/>
              </a:rPr>
              <a:t>          Hỗ trợ nhiều loại template bug</a:t>
            </a:r>
            <a:endParaRPr lang="en-US" sz="1500" dirty="0">
              <a:latin typeface="Arial (Body)"/>
            </a:endParaRPr>
          </a:p>
          <a:p>
            <a:pPr>
              <a:spcBef>
                <a:spcPts val="1200"/>
              </a:spcBef>
              <a:defRPr sz="2000" b="1">
                <a:solidFill>
                  <a:srgbClr val="1F4E78"/>
                </a:solidFill>
              </a:defRPr>
            </a:pPr>
            <a:r>
              <a:rPr lang="en-US" dirty="0"/>
              <a:t>2️⃣ </a:t>
            </a:r>
            <a:r>
              <a:rPr lang="vi-VN" dirty="0"/>
              <a:t>Các tính năng bổ sung tuần này</a:t>
            </a:r>
            <a:endParaRPr lang="en-US" dirty="0"/>
          </a:p>
          <a:p>
            <a:pPr lvl="1">
              <a:spcBef>
                <a:spcPts val="400"/>
              </a:spcBef>
              <a:defRPr sz="1600">
                <a:solidFill>
                  <a:srgbClr val="3C3C3C"/>
                </a:solidFill>
              </a:defRPr>
            </a:pPr>
            <a:r>
              <a:rPr lang="en-US" sz="1500" dirty="0"/>
              <a:t> </a:t>
            </a:r>
            <a:r>
              <a:rPr lang="vi-VN" sz="1500" dirty="0">
                <a:latin typeface="Arial (Body)"/>
              </a:rPr>
              <a:t>Xử lý nội bộ với LLAMA3</a:t>
            </a:r>
          </a:p>
          <a:p>
            <a:pPr lvl="1">
              <a:spcBef>
                <a:spcPts val="400"/>
              </a:spcBef>
              <a:defRPr sz="1600">
                <a:solidFill>
                  <a:srgbClr val="3C3C3C"/>
                </a:solidFill>
              </a:defRPr>
            </a:pPr>
            <a:r>
              <a:rPr lang="vi-VN" sz="1500" dirty="0">
                <a:latin typeface="Arial (Body)"/>
              </a:rPr>
              <a:t> Semantic </a:t>
            </a:r>
            <a:r>
              <a:rPr lang="en-US" sz="1500" dirty="0">
                <a:latin typeface="Arial (Body)"/>
              </a:rPr>
              <a:t>Search</a:t>
            </a:r>
            <a:r>
              <a:rPr lang="vi-VN" sz="1500" dirty="0">
                <a:latin typeface="Arial (Body)"/>
              </a:rPr>
              <a:t> với </a:t>
            </a:r>
            <a:r>
              <a:rPr lang="en-US" sz="1500" dirty="0" err="1">
                <a:latin typeface="Arial (Body)"/>
              </a:rPr>
              <a:t>ChromaDB</a:t>
            </a:r>
            <a:endParaRPr lang="en-US" sz="1500" dirty="0">
              <a:latin typeface="Arial (Body)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3275D8-9241-246D-E51D-FE00B082D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F5537E3-82CD-E91E-8348-B6CC993296DB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37160"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 lang="vi-VN" dirty="0"/>
              <a:t>Function definition / History chat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B7CA52-7E6D-1912-C35F-EEA5329C18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885" y="969723"/>
            <a:ext cx="7911752" cy="5274501"/>
          </a:xfrm>
          <a:prstGeom prst="rect">
            <a:avLst/>
          </a:prstGeom>
        </p:spPr>
      </p:pic>
      <p:pic>
        <p:nvPicPr>
          <p:cNvPr id="1028" name="Picture 4" descr="Getting started with SQLite in Python">
            <a:extLst>
              <a:ext uri="{FF2B5EF4-FFF2-40B4-BE49-F238E27FC236}">
                <a16:creationId xmlns:a16="http://schemas.microsoft.com/office/drawing/2014/main" id="{8DC559EC-EE73-E6DA-6472-BEB3DCD9F2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458" y="4159228"/>
            <a:ext cx="3706660" cy="2084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3056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C5F999-4EAE-FF70-89B3-0FE76BD2A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521AC8D-C244-CB97-ECC6-251D97A87440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37160"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 lang="vi-VN" dirty="0"/>
              <a:t>Xử lý data từ Jira</a:t>
            </a:r>
            <a:endParaRPr dirty="0"/>
          </a:p>
        </p:txBody>
      </p:sp>
      <p:sp>
        <p:nvSpPr>
          <p:cNvPr id="9" name="AutoShape 2" descr="BugClassifier">
            <a:extLst>
              <a:ext uri="{FF2B5EF4-FFF2-40B4-BE49-F238E27FC236}">
                <a16:creationId xmlns:a16="http://schemas.microsoft.com/office/drawing/2014/main" id="{82C1E38D-C626-1FE5-A3CA-65520A0E6D5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65F9B33-4820-84BE-2837-6DFFDD8221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83631"/>
            <a:ext cx="9144000" cy="4743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890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4DB40-C138-E1DD-AB9B-39DC1B44E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6EA2CB9-B57F-9E71-6E0E-DB73185BD1A2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37160"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 lang="vi-VN" dirty="0"/>
              <a:t>Hỗ trợ nhiều loại template bug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54BA76B-73A3-4445-4B74-83078A3892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7379435"/>
              </p:ext>
            </p:extLst>
          </p:nvPr>
        </p:nvGraphicFramePr>
        <p:xfrm>
          <a:off x="382044" y="970470"/>
          <a:ext cx="8229597" cy="6241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5674">
                  <a:extLst>
                    <a:ext uri="{9D8B030D-6E8A-4147-A177-3AD203B41FA5}">
                      <a16:colId xmlns:a16="http://schemas.microsoft.com/office/drawing/2014/main" val="4006743434"/>
                    </a:ext>
                  </a:extLst>
                </a:gridCol>
                <a:gridCol w="1422932">
                  <a:extLst>
                    <a:ext uri="{9D8B030D-6E8A-4147-A177-3AD203B41FA5}">
                      <a16:colId xmlns:a16="http://schemas.microsoft.com/office/drawing/2014/main" val="2159446912"/>
                    </a:ext>
                  </a:extLst>
                </a:gridCol>
                <a:gridCol w="591348">
                  <a:extLst>
                    <a:ext uri="{9D8B030D-6E8A-4147-A177-3AD203B41FA5}">
                      <a16:colId xmlns:a16="http://schemas.microsoft.com/office/drawing/2014/main" val="1977586391"/>
                    </a:ext>
                  </a:extLst>
                </a:gridCol>
                <a:gridCol w="2038920">
                  <a:extLst>
                    <a:ext uri="{9D8B030D-6E8A-4147-A177-3AD203B41FA5}">
                      <a16:colId xmlns:a16="http://schemas.microsoft.com/office/drawing/2014/main" val="1658350550"/>
                    </a:ext>
                  </a:extLst>
                </a:gridCol>
                <a:gridCol w="418872">
                  <a:extLst>
                    <a:ext uri="{9D8B030D-6E8A-4147-A177-3AD203B41FA5}">
                      <a16:colId xmlns:a16="http://schemas.microsoft.com/office/drawing/2014/main" val="627600515"/>
                    </a:ext>
                  </a:extLst>
                </a:gridCol>
                <a:gridCol w="486630">
                  <a:extLst>
                    <a:ext uri="{9D8B030D-6E8A-4147-A177-3AD203B41FA5}">
                      <a16:colId xmlns:a16="http://schemas.microsoft.com/office/drawing/2014/main" val="4092379952"/>
                    </a:ext>
                  </a:extLst>
                </a:gridCol>
                <a:gridCol w="642167">
                  <a:extLst>
                    <a:ext uri="{9D8B030D-6E8A-4147-A177-3AD203B41FA5}">
                      <a16:colId xmlns:a16="http://schemas.microsoft.com/office/drawing/2014/main" val="284303546"/>
                    </a:ext>
                  </a:extLst>
                </a:gridCol>
                <a:gridCol w="642167">
                  <a:extLst>
                    <a:ext uri="{9D8B030D-6E8A-4147-A177-3AD203B41FA5}">
                      <a16:colId xmlns:a16="http://schemas.microsoft.com/office/drawing/2014/main" val="3552687504"/>
                    </a:ext>
                  </a:extLst>
                </a:gridCol>
                <a:gridCol w="642167">
                  <a:extLst>
                    <a:ext uri="{9D8B030D-6E8A-4147-A177-3AD203B41FA5}">
                      <a16:colId xmlns:a16="http://schemas.microsoft.com/office/drawing/2014/main" val="1928320047"/>
                    </a:ext>
                  </a:extLst>
                </a:gridCol>
                <a:gridCol w="605208">
                  <a:extLst>
                    <a:ext uri="{9D8B030D-6E8A-4147-A177-3AD203B41FA5}">
                      <a16:colId xmlns:a16="http://schemas.microsoft.com/office/drawing/2014/main" val="810600315"/>
                    </a:ext>
                  </a:extLst>
                </a:gridCol>
                <a:gridCol w="443512">
                  <a:extLst>
                    <a:ext uri="{9D8B030D-6E8A-4147-A177-3AD203B41FA5}">
                      <a16:colId xmlns:a16="http://schemas.microsoft.com/office/drawing/2014/main" val="2652091312"/>
                    </a:ext>
                  </a:extLst>
                </a:gridCol>
              </a:tblGrid>
              <a:tr h="16181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500" u="none" strike="noStrike" dirty="0">
                          <a:effectLst/>
                        </a:rPr>
                        <a:t>No</a:t>
                      </a:r>
                      <a:endParaRPr lang="en-US" sz="5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23" marR="4623" marT="4623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Summary</a:t>
                      </a:r>
                      <a:endParaRPr lang="en-US" sz="5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23" marR="4623" marT="4623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ScreenId</a:t>
                      </a:r>
                      <a:endParaRPr lang="en-US" sz="5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23" marR="4623" marT="4623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Description</a:t>
                      </a:r>
                      <a:endParaRPr lang="en-US" sz="5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23" marR="4623" marT="4623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Priority</a:t>
                      </a:r>
                      <a:endParaRPr lang="en-US" sz="5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23" marR="4623" marT="4623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Reporter</a:t>
                      </a:r>
                      <a:endParaRPr lang="en-US" sz="5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23" marR="4623" marT="4623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Create date</a:t>
                      </a:r>
                      <a:endParaRPr lang="en-US" sz="5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23" marR="4623" marT="4623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Due date</a:t>
                      </a:r>
                      <a:endParaRPr lang="en-US" sz="5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23" marR="4623" marT="4623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Closed date</a:t>
                      </a:r>
                      <a:endParaRPr lang="en-US" sz="5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23" marR="4623" marT="4623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Assignee</a:t>
                      </a:r>
                      <a:endParaRPr lang="en-US" sz="5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23" marR="4623" marT="4623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Status</a:t>
                      </a:r>
                      <a:endParaRPr lang="en-US" sz="5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23" marR="4623" marT="4623" marB="0"/>
                </a:tc>
                <a:extLst>
                  <a:ext uri="{0D108BD9-81ED-4DB2-BD59-A6C34878D82A}">
                    <a16:rowId xmlns:a16="http://schemas.microsoft.com/office/drawing/2014/main" val="2459253612"/>
                  </a:ext>
                </a:extLst>
              </a:tr>
              <a:tr h="46233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500" u="none" strike="noStrike" dirty="0">
                          <a:effectLst/>
                        </a:rPr>
                        <a:t>1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23" marR="4623" marT="4623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vi-VN" sz="500" u="none" strike="noStrike" dirty="0">
                          <a:effectLst/>
                        </a:rPr>
                        <a:t>Không đăng nhập được khi sai mật khẩu</a:t>
                      </a:r>
                      <a:endParaRPr lang="vi-VN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23" marR="4623" marT="4623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500" u="none" strike="noStrike" dirty="0">
                          <a:effectLst/>
                        </a:rPr>
                        <a:t>SRC_PRODUCT_01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23" marR="4623" marT="4623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500" u="none" strike="noStrike" dirty="0">
                          <a:effectLst/>
                        </a:rPr>
                        <a:t>TC_LOGIN_003</a:t>
                      </a:r>
                      <a:br>
                        <a:rPr lang="en-US" sz="500" u="none" strike="noStrike" dirty="0">
                          <a:effectLst/>
                        </a:rPr>
                      </a:br>
                      <a:r>
                        <a:rPr lang="en-US" sz="500" u="none" strike="noStrike" dirty="0">
                          <a:effectLst/>
                        </a:rPr>
                        <a:t>Steps: 1) </a:t>
                      </a:r>
                      <a:r>
                        <a:rPr lang="en-US" sz="500" u="none" strike="noStrike" dirty="0" err="1">
                          <a:effectLst/>
                        </a:rPr>
                        <a:t>Mở</a:t>
                      </a:r>
                      <a:r>
                        <a:rPr lang="en-US" sz="500" u="none" strike="noStrike" dirty="0">
                          <a:effectLst/>
                        </a:rPr>
                        <a:t> </a:t>
                      </a:r>
                      <a:r>
                        <a:rPr lang="en-US" sz="500" u="none" strike="noStrike" dirty="0" err="1">
                          <a:effectLst/>
                        </a:rPr>
                        <a:t>màn</a:t>
                      </a:r>
                      <a:r>
                        <a:rPr lang="en-US" sz="500" u="none" strike="noStrike" dirty="0">
                          <a:effectLst/>
                        </a:rPr>
                        <a:t> </a:t>
                      </a:r>
                      <a:r>
                        <a:rPr lang="en-US" sz="500" u="none" strike="noStrike" dirty="0" err="1">
                          <a:effectLst/>
                        </a:rPr>
                        <a:t>hình</a:t>
                      </a:r>
                      <a:r>
                        <a:rPr lang="en-US" sz="500" u="none" strike="noStrike" dirty="0">
                          <a:effectLst/>
                        </a:rPr>
                        <a:t> </a:t>
                      </a:r>
                      <a:r>
                        <a:rPr lang="en-US" sz="500" u="none" strike="noStrike" dirty="0" err="1">
                          <a:effectLst/>
                        </a:rPr>
                        <a:t>đăng</a:t>
                      </a:r>
                      <a:r>
                        <a:rPr lang="en-US" sz="500" u="none" strike="noStrike" dirty="0">
                          <a:effectLst/>
                        </a:rPr>
                        <a:t> </a:t>
                      </a:r>
                      <a:r>
                        <a:rPr lang="en-US" sz="500" u="none" strike="noStrike" dirty="0" err="1">
                          <a:effectLst/>
                        </a:rPr>
                        <a:t>nhập</a:t>
                      </a:r>
                      <a:r>
                        <a:rPr lang="en-US" sz="500" u="none" strike="noStrike" dirty="0">
                          <a:effectLst/>
                        </a:rPr>
                        <a:t> 2) </a:t>
                      </a:r>
                      <a:r>
                        <a:rPr lang="en-US" sz="500" u="none" strike="noStrike" dirty="0" err="1">
                          <a:effectLst/>
                        </a:rPr>
                        <a:t>Nhập</a:t>
                      </a:r>
                      <a:r>
                        <a:rPr lang="en-US" sz="500" u="none" strike="noStrike" dirty="0">
                          <a:effectLst/>
                        </a:rPr>
                        <a:t> </a:t>
                      </a:r>
                      <a:r>
                        <a:rPr lang="en-US" sz="500" u="none" strike="noStrike" dirty="0" err="1">
                          <a:effectLst/>
                        </a:rPr>
                        <a:t>tài</a:t>
                      </a:r>
                      <a:r>
                        <a:rPr lang="en-US" sz="500" u="none" strike="noStrike" dirty="0">
                          <a:effectLst/>
                        </a:rPr>
                        <a:t> </a:t>
                      </a:r>
                      <a:r>
                        <a:rPr lang="en-US" sz="500" u="none" strike="noStrike" dirty="0" err="1">
                          <a:effectLst/>
                        </a:rPr>
                        <a:t>khoản</a:t>
                      </a:r>
                      <a:r>
                        <a:rPr lang="en-US" sz="500" u="none" strike="noStrike" dirty="0">
                          <a:effectLst/>
                        </a:rPr>
                        <a:t> </a:t>
                      </a:r>
                      <a:r>
                        <a:rPr lang="en-US" sz="500" u="none" strike="noStrike" dirty="0" err="1">
                          <a:effectLst/>
                        </a:rPr>
                        <a:t>hợp</a:t>
                      </a:r>
                      <a:r>
                        <a:rPr lang="en-US" sz="500" u="none" strike="noStrike" dirty="0">
                          <a:effectLst/>
                        </a:rPr>
                        <a:t> </a:t>
                      </a:r>
                      <a:r>
                        <a:rPr lang="en-US" sz="500" u="none" strike="noStrike" dirty="0" err="1">
                          <a:effectLst/>
                        </a:rPr>
                        <a:t>lệ</a:t>
                      </a:r>
                      <a:r>
                        <a:rPr lang="en-US" sz="500" u="none" strike="noStrike" dirty="0">
                          <a:effectLst/>
                        </a:rPr>
                        <a:t> 3) </a:t>
                      </a:r>
                      <a:r>
                        <a:rPr lang="en-US" sz="500" u="none" strike="noStrike" dirty="0" err="1">
                          <a:effectLst/>
                        </a:rPr>
                        <a:t>Nhập</a:t>
                      </a:r>
                      <a:r>
                        <a:rPr lang="en-US" sz="500" u="none" strike="noStrike" dirty="0">
                          <a:effectLst/>
                        </a:rPr>
                        <a:t> </a:t>
                      </a:r>
                      <a:r>
                        <a:rPr lang="en-US" sz="500" u="none" strike="noStrike" dirty="0" err="1">
                          <a:effectLst/>
                        </a:rPr>
                        <a:t>mật</a:t>
                      </a:r>
                      <a:r>
                        <a:rPr lang="en-US" sz="500" u="none" strike="noStrike" dirty="0">
                          <a:effectLst/>
                        </a:rPr>
                        <a:t> </a:t>
                      </a:r>
                      <a:r>
                        <a:rPr lang="en-US" sz="500" u="none" strike="noStrike" dirty="0" err="1">
                          <a:effectLst/>
                        </a:rPr>
                        <a:t>khẩu</a:t>
                      </a:r>
                      <a:r>
                        <a:rPr lang="en-US" sz="500" u="none" strike="noStrike" dirty="0">
                          <a:effectLst/>
                        </a:rPr>
                        <a:t> </a:t>
                      </a:r>
                      <a:r>
                        <a:rPr lang="en-US" sz="500" u="none" strike="noStrike" dirty="0" err="1">
                          <a:effectLst/>
                        </a:rPr>
                        <a:t>sai</a:t>
                      </a:r>
                      <a:r>
                        <a:rPr lang="en-US" sz="500" u="none" strike="noStrike" dirty="0">
                          <a:effectLst/>
                        </a:rPr>
                        <a:t> 4) </a:t>
                      </a:r>
                      <a:r>
                        <a:rPr lang="en-US" sz="500" u="none" strike="noStrike" dirty="0" err="1">
                          <a:effectLst/>
                        </a:rPr>
                        <a:t>Nhấn</a:t>
                      </a:r>
                      <a:r>
                        <a:rPr lang="en-US" sz="500" u="none" strike="noStrike" dirty="0">
                          <a:effectLst/>
                        </a:rPr>
                        <a:t> </a:t>
                      </a:r>
                      <a:r>
                        <a:rPr lang="en-US" sz="500" u="none" strike="noStrike" dirty="0" err="1">
                          <a:effectLst/>
                        </a:rPr>
                        <a:t>Đăng</a:t>
                      </a:r>
                      <a:r>
                        <a:rPr lang="en-US" sz="500" u="none" strike="noStrike" dirty="0">
                          <a:effectLst/>
                        </a:rPr>
                        <a:t> </a:t>
                      </a:r>
                      <a:r>
                        <a:rPr lang="en-US" sz="500" u="none" strike="noStrike" dirty="0" err="1">
                          <a:effectLst/>
                        </a:rPr>
                        <a:t>nhập</a:t>
                      </a:r>
                      <a:br>
                        <a:rPr lang="en-US" sz="500" u="none" strike="noStrike" dirty="0">
                          <a:effectLst/>
                        </a:rPr>
                      </a:br>
                      <a:r>
                        <a:rPr lang="en-US" sz="500" u="none" strike="noStrike" dirty="0">
                          <a:effectLst/>
                        </a:rPr>
                        <a:t>Expected: Hiển </a:t>
                      </a:r>
                      <a:r>
                        <a:rPr lang="en-US" sz="500" u="none" strike="noStrike" dirty="0" err="1">
                          <a:effectLst/>
                        </a:rPr>
                        <a:t>thị</a:t>
                      </a:r>
                      <a:r>
                        <a:rPr lang="en-US" sz="500" u="none" strike="noStrike" dirty="0">
                          <a:effectLst/>
                        </a:rPr>
                        <a:t> </a:t>
                      </a:r>
                      <a:r>
                        <a:rPr lang="en-US" sz="500" u="none" strike="noStrike" dirty="0" err="1">
                          <a:effectLst/>
                        </a:rPr>
                        <a:t>lỗi</a:t>
                      </a:r>
                      <a:r>
                        <a:rPr lang="en-US" sz="500" u="none" strike="noStrike" dirty="0">
                          <a:effectLst/>
                        </a:rPr>
                        <a:t> </a:t>
                      </a:r>
                      <a:r>
                        <a:rPr lang="en-US" sz="500" u="none" strike="noStrike" dirty="0" err="1">
                          <a:effectLst/>
                        </a:rPr>
                        <a:t>sai</a:t>
                      </a:r>
                      <a:r>
                        <a:rPr lang="en-US" sz="500" u="none" strike="noStrike" dirty="0">
                          <a:effectLst/>
                        </a:rPr>
                        <a:t> </a:t>
                      </a:r>
                      <a:r>
                        <a:rPr lang="en-US" sz="500" u="none" strike="noStrike" dirty="0" err="1">
                          <a:effectLst/>
                        </a:rPr>
                        <a:t>mật</a:t>
                      </a:r>
                      <a:r>
                        <a:rPr lang="en-US" sz="500" u="none" strike="noStrike" dirty="0">
                          <a:effectLst/>
                        </a:rPr>
                        <a:t> </a:t>
                      </a:r>
                      <a:r>
                        <a:rPr lang="en-US" sz="500" u="none" strike="noStrike" dirty="0" err="1">
                          <a:effectLst/>
                        </a:rPr>
                        <a:t>khẩu</a:t>
                      </a:r>
                      <a:br>
                        <a:rPr lang="en-US" sz="500" u="none" strike="noStrike" dirty="0">
                          <a:effectLst/>
                        </a:rPr>
                      </a:br>
                      <a:r>
                        <a:rPr lang="en-US" sz="500" u="none" strike="noStrike" dirty="0">
                          <a:effectLst/>
                        </a:rPr>
                        <a:t>Actual: </a:t>
                      </a:r>
                      <a:r>
                        <a:rPr lang="en-US" sz="500" u="none" strike="noStrike" dirty="0" err="1">
                          <a:effectLst/>
                        </a:rPr>
                        <a:t>Không</a:t>
                      </a:r>
                      <a:r>
                        <a:rPr lang="en-US" sz="500" u="none" strike="noStrike" dirty="0">
                          <a:effectLst/>
                        </a:rPr>
                        <a:t> </a:t>
                      </a:r>
                      <a:r>
                        <a:rPr lang="en-US" sz="500" u="none" strike="noStrike" dirty="0" err="1">
                          <a:effectLst/>
                        </a:rPr>
                        <a:t>hiển</a:t>
                      </a:r>
                      <a:r>
                        <a:rPr lang="en-US" sz="500" u="none" strike="noStrike" dirty="0">
                          <a:effectLst/>
                        </a:rPr>
                        <a:t> </a:t>
                      </a:r>
                      <a:r>
                        <a:rPr lang="en-US" sz="500" u="none" strike="noStrike" dirty="0" err="1">
                          <a:effectLst/>
                        </a:rPr>
                        <a:t>thị</a:t>
                      </a:r>
                      <a:r>
                        <a:rPr lang="en-US" sz="500" u="none" strike="noStrike" dirty="0">
                          <a:effectLst/>
                        </a:rPr>
                        <a:t> </a:t>
                      </a:r>
                      <a:r>
                        <a:rPr lang="en-US" sz="500" u="none" strike="noStrike" dirty="0" err="1">
                          <a:effectLst/>
                        </a:rPr>
                        <a:t>lỗi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23" marR="4623" marT="4623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23" marR="4623" marT="4623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500" u="none" strike="noStrike" dirty="0">
                          <a:effectLst/>
                        </a:rPr>
                        <a:t>Tester1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23" marR="4623" marT="4623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500" u="none" strike="noStrike" dirty="0">
                          <a:effectLst/>
                        </a:rPr>
                        <a:t>12/4/2025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23" marR="4623" marT="4623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23" marR="4623" marT="4623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23" marR="4623" marT="4623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23" marR="4623" marT="4623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500" u="none" strike="noStrike" dirty="0">
                          <a:effectLst/>
                        </a:rPr>
                        <a:t>Open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23" marR="4623" marT="4623" marB="0"/>
                </a:tc>
                <a:extLst>
                  <a:ext uri="{0D108BD9-81ED-4DB2-BD59-A6C34878D82A}">
                    <a16:rowId xmlns:a16="http://schemas.microsoft.com/office/drawing/2014/main" val="80170214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AFFF7C1-E0B2-1690-1587-D28F867F0CAA}"/>
              </a:ext>
            </a:extLst>
          </p:cNvPr>
          <p:cNvSpPr txBox="1"/>
          <p:nvPr/>
        </p:nvSpPr>
        <p:spPr>
          <a:xfrm>
            <a:off x="382044" y="2057831"/>
            <a:ext cx="4622104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1Không </a:t>
            </a:r>
            <a:r>
              <a:rPr lang="en-US" sz="1100" dirty="0" err="1"/>
              <a:t>đăng</a:t>
            </a:r>
            <a:r>
              <a:rPr lang="en-US" sz="1100" dirty="0"/>
              <a:t> </a:t>
            </a:r>
            <a:r>
              <a:rPr lang="en-US" sz="1100" dirty="0" err="1"/>
              <a:t>nhập</a:t>
            </a:r>
            <a:r>
              <a:rPr lang="en-US" sz="1100" dirty="0"/>
              <a:t> </a:t>
            </a:r>
            <a:r>
              <a:rPr lang="en-US" sz="1100" dirty="0" err="1"/>
              <a:t>được</a:t>
            </a:r>
            <a:r>
              <a:rPr lang="en-US" sz="1100" dirty="0"/>
              <a:t> </a:t>
            </a:r>
            <a:r>
              <a:rPr lang="en-US" sz="1100" dirty="0" err="1"/>
              <a:t>khi</a:t>
            </a:r>
            <a:r>
              <a:rPr lang="en-US" sz="1100" dirty="0"/>
              <a:t> </a:t>
            </a:r>
            <a:r>
              <a:rPr lang="en-US" sz="1100" dirty="0" err="1"/>
              <a:t>sai</a:t>
            </a:r>
            <a:r>
              <a:rPr lang="en-US" sz="1100" dirty="0"/>
              <a:t> </a:t>
            </a:r>
            <a:r>
              <a:rPr lang="en-US" sz="1100" dirty="0" err="1"/>
              <a:t>mật</a:t>
            </a:r>
            <a:r>
              <a:rPr lang="en-US" sz="1100" dirty="0"/>
              <a:t> khẩuSRC_PRODUCT_01TC_LOGIN_003</a:t>
            </a:r>
          </a:p>
          <a:p>
            <a:r>
              <a:rPr lang="en-US" sz="1100" dirty="0"/>
              <a:t>Steps: 1) </a:t>
            </a:r>
            <a:r>
              <a:rPr lang="en-US" sz="1100" dirty="0" err="1"/>
              <a:t>Mở</a:t>
            </a:r>
            <a:r>
              <a:rPr lang="en-US" sz="1100" dirty="0"/>
              <a:t> </a:t>
            </a:r>
            <a:r>
              <a:rPr lang="en-US" sz="1100" dirty="0" err="1"/>
              <a:t>màn</a:t>
            </a:r>
            <a:r>
              <a:rPr lang="en-US" sz="1100" dirty="0"/>
              <a:t> </a:t>
            </a:r>
            <a:r>
              <a:rPr lang="en-US" sz="1100" dirty="0" err="1"/>
              <a:t>hình</a:t>
            </a:r>
            <a:r>
              <a:rPr lang="en-US" sz="1100" dirty="0"/>
              <a:t> </a:t>
            </a:r>
            <a:r>
              <a:rPr lang="en-US" sz="1100" dirty="0" err="1"/>
              <a:t>đăng</a:t>
            </a:r>
            <a:r>
              <a:rPr lang="en-US" sz="1100" dirty="0"/>
              <a:t> </a:t>
            </a:r>
            <a:r>
              <a:rPr lang="en-US" sz="1100" dirty="0" err="1"/>
              <a:t>nhập</a:t>
            </a:r>
            <a:r>
              <a:rPr lang="en-US" sz="1100" dirty="0"/>
              <a:t> 2) </a:t>
            </a:r>
            <a:r>
              <a:rPr lang="en-US" sz="1100" dirty="0" err="1"/>
              <a:t>Nhập</a:t>
            </a:r>
            <a:r>
              <a:rPr lang="en-US" sz="1100" dirty="0"/>
              <a:t> </a:t>
            </a:r>
            <a:r>
              <a:rPr lang="en-US" sz="1100" dirty="0" err="1"/>
              <a:t>tài</a:t>
            </a:r>
            <a:r>
              <a:rPr lang="en-US" sz="1100" dirty="0"/>
              <a:t> </a:t>
            </a:r>
            <a:r>
              <a:rPr lang="en-US" sz="1100" dirty="0" err="1"/>
              <a:t>khoản</a:t>
            </a:r>
            <a:r>
              <a:rPr lang="en-US" sz="1100" dirty="0"/>
              <a:t> </a:t>
            </a:r>
            <a:r>
              <a:rPr lang="en-US" sz="1100" dirty="0" err="1"/>
              <a:t>hợp</a:t>
            </a:r>
            <a:r>
              <a:rPr lang="en-US" sz="1100" dirty="0"/>
              <a:t> </a:t>
            </a:r>
            <a:r>
              <a:rPr lang="en-US" sz="1100" dirty="0" err="1"/>
              <a:t>lệ</a:t>
            </a:r>
            <a:r>
              <a:rPr lang="en-US" sz="1100" dirty="0"/>
              <a:t> 3) </a:t>
            </a:r>
            <a:r>
              <a:rPr lang="en-US" sz="1100" dirty="0" err="1"/>
              <a:t>Nhập</a:t>
            </a:r>
            <a:r>
              <a:rPr lang="en-US" sz="1100" dirty="0"/>
              <a:t> </a:t>
            </a:r>
            <a:r>
              <a:rPr lang="en-US" sz="1100" dirty="0" err="1"/>
              <a:t>mật</a:t>
            </a:r>
            <a:r>
              <a:rPr lang="en-US" sz="1100" dirty="0"/>
              <a:t> </a:t>
            </a:r>
            <a:r>
              <a:rPr lang="en-US" sz="1100" dirty="0" err="1"/>
              <a:t>khẩu</a:t>
            </a:r>
            <a:r>
              <a:rPr lang="en-US" sz="1100" dirty="0"/>
              <a:t> </a:t>
            </a:r>
            <a:r>
              <a:rPr lang="en-US" sz="1100" dirty="0" err="1"/>
              <a:t>sai</a:t>
            </a:r>
            <a:r>
              <a:rPr lang="en-US" sz="1100" dirty="0"/>
              <a:t> 4) </a:t>
            </a:r>
            <a:r>
              <a:rPr lang="en-US" sz="1100" dirty="0" err="1"/>
              <a:t>Nhấn</a:t>
            </a:r>
            <a:r>
              <a:rPr lang="en-US" sz="1100" dirty="0"/>
              <a:t> </a:t>
            </a:r>
            <a:r>
              <a:rPr lang="en-US" sz="1100" dirty="0" err="1"/>
              <a:t>Đăng</a:t>
            </a:r>
            <a:r>
              <a:rPr lang="en-US" sz="1100" dirty="0"/>
              <a:t> </a:t>
            </a:r>
            <a:r>
              <a:rPr lang="en-US" sz="1100" dirty="0" err="1"/>
              <a:t>nhập</a:t>
            </a:r>
            <a:endParaRPr lang="en-US" sz="1100" dirty="0"/>
          </a:p>
          <a:p>
            <a:r>
              <a:rPr lang="en-US" sz="1100" dirty="0"/>
              <a:t>Expected: Hiển </a:t>
            </a:r>
            <a:r>
              <a:rPr lang="en-US" sz="1100" dirty="0" err="1"/>
              <a:t>thị</a:t>
            </a:r>
            <a:r>
              <a:rPr lang="en-US" sz="1100" dirty="0"/>
              <a:t> </a:t>
            </a:r>
            <a:r>
              <a:rPr lang="en-US" sz="1100" dirty="0" err="1"/>
              <a:t>lỗi</a:t>
            </a:r>
            <a:r>
              <a:rPr lang="en-US" sz="1100" dirty="0"/>
              <a:t> </a:t>
            </a:r>
            <a:r>
              <a:rPr lang="en-US" sz="1100" dirty="0" err="1"/>
              <a:t>sai</a:t>
            </a:r>
            <a:r>
              <a:rPr lang="en-US" sz="1100" dirty="0"/>
              <a:t> </a:t>
            </a:r>
            <a:r>
              <a:rPr lang="en-US" sz="1100" dirty="0" err="1"/>
              <a:t>mật</a:t>
            </a:r>
            <a:r>
              <a:rPr lang="en-US" sz="1100" dirty="0"/>
              <a:t> </a:t>
            </a:r>
            <a:r>
              <a:rPr lang="en-US" sz="1100" dirty="0" err="1"/>
              <a:t>khẩu</a:t>
            </a:r>
            <a:endParaRPr lang="en-US" sz="1100" dirty="0"/>
          </a:p>
          <a:p>
            <a:r>
              <a:rPr lang="en-US" sz="1100" dirty="0"/>
              <a:t>Actual: </a:t>
            </a:r>
            <a:r>
              <a:rPr lang="en-US" sz="1100" dirty="0" err="1"/>
              <a:t>Không</a:t>
            </a:r>
            <a:r>
              <a:rPr lang="en-US" sz="1100" dirty="0"/>
              <a:t> </a:t>
            </a:r>
            <a:r>
              <a:rPr lang="en-US" sz="1100" dirty="0" err="1"/>
              <a:t>hiển</a:t>
            </a:r>
            <a:r>
              <a:rPr lang="en-US" sz="1100" dirty="0"/>
              <a:t> </a:t>
            </a:r>
            <a:r>
              <a:rPr lang="en-US" sz="1100" dirty="0" err="1"/>
              <a:t>thị</a:t>
            </a:r>
            <a:r>
              <a:rPr lang="en-US" sz="1100" dirty="0"/>
              <a:t> lỗiTester112/4/2025Open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C8162FC-2E69-72AC-B5D1-981C706BFE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8" y="3332676"/>
            <a:ext cx="6182309" cy="1214272"/>
          </a:xfrm>
          <a:prstGeom prst="rect">
            <a:avLst/>
          </a:prstGeom>
        </p:spPr>
      </p:pic>
      <p:pic>
        <p:nvPicPr>
          <p:cNvPr id="4098" name="Picture 2" descr="ChatGPT – Wikipedia tiếng Việt">
            <a:extLst>
              <a:ext uri="{FF2B5EF4-FFF2-40B4-BE49-F238E27FC236}">
                <a16:creationId xmlns:a16="http://schemas.microsoft.com/office/drawing/2014/main" id="{02371C5F-BD11-BE79-A48D-23055FE102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691" y="5162782"/>
            <a:ext cx="785617" cy="785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Arrow: Down 8">
            <a:extLst>
              <a:ext uri="{FF2B5EF4-FFF2-40B4-BE49-F238E27FC236}">
                <a16:creationId xmlns:a16="http://schemas.microsoft.com/office/drawing/2014/main" id="{775F448F-9DF3-1D85-ACEF-4237A83948DA}"/>
              </a:ext>
            </a:extLst>
          </p:cNvPr>
          <p:cNvSpPr/>
          <p:nvPr/>
        </p:nvSpPr>
        <p:spPr>
          <a:xfrm>
            <a:off x="682668" y="1672225"/>
            <a:ext cx="338203" cy="331939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690BCA39-AACD-96FC-25D9-A5FD5D6CF176}"/>
              </a:ext>
            </a:extLst>
          </p:cNvPr>
          <p:cNvSpPr/>
          <p:nvPr/>
        </p:nvSpPr>
        <p:spPr>
          <a:xfrm>
            <a:off x="665966" y="2942093"/>
            <a:ext cx="338203" cy="331939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420F4315-1F3D-ADC9-B405-DA961CE30BF4}"/>
              </a:ext>
            </a:extLst>
          </p:cNvPr>
          <p:cNvSpPr/>
          <p:nvPr/>
        </p:nvSpPr>
        <p:spPr>
          <a:xfrm>
            <a:off x="705631" y="4568631"/>
            <a:ext cx="338203" cy="331939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385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857154-611A-045B-9FA9-860A0AAD1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4F1ED83-234B-AABE-95B6-1FCD39F758BC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37160"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 lang="vi-VN" dirty="0"/>
              <a:t>Xử lý nội bộ với LLAMA3</a:t>
            </a:r>
            <a:endParaRPr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A98D2D2-97EB-F217-8F32-3216FDCB9F24}"/>
              </a:ext>
            </a:extLst>
          </p:cNvPr>
          <p:cNvGrpSpPr/>
          <p:nvPr/>
        </p:nvGrpSpPr>
        <p:grpSpPr>
          <a:xfrm>
            <a:off x="982904" y="1006845"/>
            <a:ext cx="7315978" cy="5851155"/>
            <a:chOff x="914011" y="1006844"/>
            <a:chExt cx="7315978" cy="5851155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7129A47-FDA4-07F1-AF80-63DB168A66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011" y="1006844"/>
              <a:ext cx="7315978" cy="5851155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848F3E72-207D-C7C5-8346-05F72F087A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99221" y="5356786"/>
              <a:ext cx="1441258" cy="549236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7FE64E34-3A35-BAE0-C2AC-31C2D87967E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21288" y="1495817"/>
              <a:ext cx="5364675" cy="18862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4656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5DE1D8-E51C-CBB5-584D-ED473B5A5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981A1B0-4384-2DEA-C409-C30393BA7360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37160"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 lang="en-US" sz="3200" dirty="0"/>
              <a:t>Semantic Search</a:t>
            </a:r>
            <a:r>
              <a:rPr lang="vi-VN" sz="3200" dirty="0"/>
              <a:t> với </a:t>
            </a:r>
            <a:r>
              <a:rPr lang="en-US" sz="3200" dirty="0" err="1"/>
              <a:t>ChromaDB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7717FB-6101-572C-453F-9F28B2B9FB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165" y="996938"/>
            <a:ext cx="8413785" cy="5799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9017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🙏 Cảm Ơn!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0"/>
            <a:ext cx="6400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1000"/>
              </a:spcBef>
              <a:defRPr sz="2000">
                <a:solidFill>
                  <a:srgbClr val="DCDCDC"/>
                </a:solidFill>
              </a:defRPr>
            </a:pPr>
            <a:r>
              <a:t>📧 Email: group4@aiready.edu.vn</a:t>
            </a:r>
          </a:p>
          <a:p>
            <a:pPr algn="ctr">
              <a:spcBef>
                <a:spcPts val="1000"/>
              </a:spcBef>
              <a:defRPr sz="2000">
                <a:solidFill>
                  <a:srgbClr val="DCDCDC"/>
                </a:solidFill>
              </a:defRPr>
            </a:pPr>
            <a:r>
              <a:t>💻 GitHub: github.com/cuongphuong/AIReady_Group4</a:t>
            </a:r>
          </a:p>
          <a:p>
            <a:pPr algn="ctr">
              <a:spcBef>
                <a:spcPts val="1000"/>
              </a:spcBef>
              <a:defRPr sz="2000">
                <a:solidFill>
                  <a:srgbClr val="DCDCDC"/>
                </a:solidFill>
              </a:defRPr>
            </a:pPr>
            <a:endParaRPr/>
          </a:p>
          <a:p>
            <a:pPr algn="ctr">
              <a:spcBef>
                <a:spcPts val="1000"/>
              </a:spcBef>
              <a:defRPr sz="2000">
                <a:solidFill>
                  <a:srgbClr val="DCDCDC"/>
                </a:solidFill>
              </a:defRPr>
            </a:pPr>
            <a:r>
              <a:t>💬 Mời câu hỏi &amp; trao đổi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B4B4B4"/>
                </a:solidFill>
              </a:defRPr>
            </a:pPr>
            <a:r>
              <a:t>AIReady - Group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7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03F699E-7EDB-4944-8D68-124E16A2060A}">
  <we:reference id="wa200008583" version="1.0.0.1" store="en-US" storeType="OMEX"/>
  <we:alternateReferences>
    <we:reference id="wa200008583" version="1.0.0.1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270</Words>
  <Application>Microsoft Office PowerPoint</Application>
  <PresentationFormat>On-screen Show (4:3)</PresentationFormat>
  <Paragraphs>47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 (Body)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Phương Văn Cường</dc:creator>
  <cp:keywords/>
  <dc:description>generated using python-pptx</dc:description>
  <cp:lastModifiedBy>Phương Văn Cường</cp:lastModifiedBy>
  <cp:revision>12</cp:revision>
  <dcterms:created xsi:type="dcterms:W3CDTF">2013-01-27T09:14:16Z</dcterms:created>
  <dcterms:modified xsi:type="dcterms:W3CDTF">2025-12-05T14:26:18Z</dcterms:modified>
  <cp:category/>
</cp:coreProperties>
</file>